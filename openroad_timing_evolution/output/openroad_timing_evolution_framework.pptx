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59d52e3ae24908" /><Relationship Type="http://schemas.openxmlformats.org/officeDocument/2006/relationships/extended-properties" Target="/docProps/app.xml" Id="R494a313b589d42a0" /><Relationship Type="http://schemas.openxmlformats.org/officeDocument/2006/relationships/officeDocument" Target="/ppt/presentation.xml" Id="R4c5a83891fde44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24708c90614e4f"/>
  </p:sldMasterIdLst>
  <p:notesMasterIdLst>
    <p:notesMasterId xmlns:r="http://schemas.openxmlformats.org/officeDocument/2006/relationships" r:id="R989954d3f2b14cc0"/>
  </p:notesMasterIdLst>
  <p:sldIdLst>
    <p:sldId xmlns:r="http://schemas.openxmlformats.org/officeDocument/2006/relationships" id="256" r:id="R259cb256306a43af"/>
    <p:sldId xmlns:r="http://schemas.openxmlformats.org/officeDocument/2006/relationships" id="257" r:id="Rd7f1af2a76914495"/>
    <p:sldId xmlns:r="http://schemas.openxmlformats.org/officeDocument/2006/relationships" id="258" r:id="R43deb27560484aac"/>
    <p:sldId xmlns:r="http://schemas.openxmlformats.org/officeDocument/2006/relationships" id="259" r:id="R851c2eed9a0d4933"/>
    <p:sldId xmlns:r="http://schemas.openxmlformats.org/officeDocument/2006/relationships" id="260" r:id="R50833ec3be464fac"/>
    <p:sldId xmlns:r="http://schemas.openxmlformats.org/officeDocument/2006/relationships" id="261" r:id="R8e127d8ae8154b5a"/>
    <p:sldId xmlns:r="http://schemas.openxmlformats.org/officeDocument/2006/relationships" id="262" r:id="R01afbcc7b61542a2"/>
    <p:sldId xmlns:r="http://schemas.openxmlformats.org/officeDocument/2006/relationships" id="263" r:id="Re9d1c12fccfb4b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1f5dd1f0b444d4" /><Relationship Type="http://schemas.openxmlformats.org/officeDocument/2006/relationships/slideMaster" Target="/ppt/slideMasters/slideMaster1.xml" Id="R2f24708c90614e4f" /><Relationship Type="http://schemas.openxmlformats.org/officeDocument/2006/relationships/notesMaster" Target="/ppt/notesMasters/notesMaster1.xml" Id="R989954d3f2b14cc0" /><Relationship Type="http://schemas.openxmlformats.org/officeDocument/2006/relationships/presProps" Target="/ppt/presProps.xml" Id="Rb9d2f9653e814907" /><Relationship Type="http://schemas.openxmlformats.org/officeDocument/2006/relationships/tableStyles" Target="/ppt/tableStyles.xml" Id="R97acc60d390b4dfa" /><Relationship Type="http://schemas.openxmlformats.org/officeDocument/2006/relationships/slide" Target="/ppt/slides/slide1.xml" Id="R259cb256306a43af" /><Relationship Type="http://schemas.openxmlformats.org/officeDocument/2006/relationships/slide" Target="/ppt/slides/slide2.xml" Id="Rd7f1af2a76914495" /><Relationship Type="http://schemas.openxmlformats.org/officeDocument/2006/relationships/slide" Target="/ppt/slides/slide3.xml" Id="R43deb27560484aac" /><Relationship Type="http://schemas.openxmlformats.org/officeDocument/2006/relationships/slide" Target="/ppt/slides/slide4.xml" Id="R851c2eed9a0d4933" /><Relationship Type="http://schemas.openxmlformats.org/officeDocument/2006/relationships/slide" Target="/ppt/slides/slide5.xml" Id="R50833ec3be464fac" /><Relationship Type="http://schemas.openxmlformats.org/officeDocument/2006/relationships/slide" Target="/ppt/slides/slide6.xml" Id="R8e127d8ae8154b5a" /><Relationship Type="http://schemas.openxmlformats.org/officeDocument/2006/relationships/slide" Target="/ppt/slides/slide7.xml" Id="R01afbcc7b61542a2" /><Relationship Type="http://schemas.openxmlformats.org/officeDocument/2006/relationships/slide" Target="/ppt/slides/slide8.xml" Id="Re9d1c12fccfb4b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b40c24ddb549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8958c0abbf4e12" /><Relationship Type="http://schemas.openxmlformats.org/officeDocument/2006/relationships/notesMaster" Target="/ppt/notesMasters/notesMaster1.xml" Id="Rea53cf653d2846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216a4270b146e4" /><Relationship Type="http://schemas.openxmlformats.org/officeDocument/2006/relationships/notesMaster" Target="/ppt/notesMasters/notesMaster1.xml" Id="R09a40501fbc84e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4c95296c31487c" /><Relationship Type="http://schemas.openxmlformats.org/officeDocument/2006/relationships/notesMaster" Target="/ppt/notesMasters/notesMaster1.xml" Id="Rba9c2af1b17546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a48d76cb7f45d7" /><Relationship Type="http://schemas.openxmlformats.org/officeDocument/2006/relationships/notesMaster" Target="/ppt/notesMasters/notesMaster1.xml" Id="R67a405ecc6d149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360868fbe7461d" /><Relationship Type="http://schemas.openxmlformats.org/officeDocument/2006/relationships/notesMaster" Target="/ppt/notesMasters/notesMaster1.xml" Id="R3f8ffae55f8e43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6a910bd6394868" /><Relationship Type="http://schemas.openxmlformats.org/officeDocument/2006/relationships/notesMaster" Target="/ppt/notesMasters/notesMaster1.xml" Id="R76c6096392ee49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00a60631524830" /><Relationship Type="http://schemas.openxmlformats.org/officeDocument/2006/relationships/notesMaster" Target="/ppt/notesMasters/notesMaster1.xml" Id="R907d30291e3649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502e106aac4fe7" /><Relationship Type="http://schemas.openxmlformats.org/officeDocument/2006/relationships/notesMaster" Target="/ppt/notesMasters/notesMaster1.xml" Id="R18e5f8ec30374e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OpenROAD resizer documentation; AlphaEvolve, Novikov et al. 2025; VPR-Evolve, Wu et al. 2026; Autonomous Evolution of EDA Tools, Yu and Ren 2026; EvoDRC, Wu et al.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AlphaEvolve arXiv:2506.13131; VPR-Evolve arXiv:2607.24998; Autonomous Evolution of EDA Tools arXiv:2604.15082; EvoDRC arXiv:2607.20019.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OpenROAD resizer documentation and local OpenROAD source patch in openroad_timing_evolution/patches/path_driver_policy.patch.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local implementation in openroad_timing_evolution/policy.py and openroad_timing_evolution/cpp/policy.h.in.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local evaluator implementation in openroad_timing_evolution/runner.py and metrics.py.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local evaluator implementation in openroad_timing_evolution/metrics.py, runner.py and tcl/audit.tcl.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local config in openroad_timing_evolution/config/smoke.json and search implementation in openroad_timing_evolution/search.py.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Validation performed during wrap-up: python3 -m openroad_timing_evolution selftest; python3 -m openroad_timing_evolution propose/check; python3 -m openroad_timing_evolution --config openroad_timing_evolution/config/smoke.json doctor.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84202c05e847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d7eb45029245f4" /><Relationship Type="http://schemas.openxmlformats.org/officeDocument/2006/relationships/slideLayout" Target="/ppt/slideLayouts/slideLayout1.xml" Id="R87971df3606b42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971df3606b42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96fdf23d94e39" /><Relationship Type="http://schemas.openxmlformats.org/officeDocument/2006/relationships/notesSlide" Target="/ppt/notesSlides/notesSlide1.xml" Id="Rc41d84ec3a844e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0abda7d544a3e" /><Relationship Type="http://schemas.openxmlformats.org/officeDocument/2006/relationships/notesSlide" Target="/ppt/notesSlides/notesSlide2.xml" Id="Rc3065b7bcee44e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ef894271c441b" /><Relationship Type="http://schemas.openxmlformats.org/officeDocument/2006/relationships/notesSlide" Target="/ppt/notesSlides/notesSlide3.xml" Id="R4c6918331cea44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924648b00432d" /><Relationship Type="http://schemas.openxmlformats.org/officeDocument/2006/relationships/notesSlide" Target="/ppt/notesSlides/notesSlide4.xml" Id="R2f523511a6ad43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aa405b97c4b5f" /><Relationship Type="http://schemas.openxmlformats.org/officeDocument/2006/relationships/notesSlide" Target="/ppt/notesSlides/notesSlide5.xml" Id="R7863b588535144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0b814c5ae47e9" /><Relationship Type="http://schemas.openxmlformats.org/officeDocument/2006/relationships/notesSlide" Target="/ppt/notesSlides/notesSlide6.xml" Id="R0a6d5aea9bdf46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be1daee4a4b17" /><Relationship Type="http://schemas.openxmlformats.org/officeDocument/2006/relationships/notesSlide" Target="/ppt/notesSlides/notesSlide7.xml" Id="Rf4f6742973814d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27c7bced04442" /><Relationship Type="http://schemas.openxmlformats.org/officeDocument/2006/relationships/notesSlide" Target="/ppt/notesSlides/notesSlide8.xml" Id="R838840a65ada47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020C51-9F3A-4FF2-B7B5-8C39C6D6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Algorithmic Evolution Framework for OpenROAD Timing Closure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56325A-D245-4EA0-8042-8E2AA914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Bounded policy evolution for resizer path-driver ordering, with strict WNS/TNS and physical-correctness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1E5FA-A8F1-4E18-8A49-DB2EE8BC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0D948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7BCBD-08B2-4D5A-B5E7-858EF298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D9488"/>
                </a:solidFill>
                <a:latin typeface="Aptos"/>
                <a:ea typeface="Aptos"/>
                <a:cs typeface="Aptos"/>
              </a:rPr>
              <a:t>Target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59727-F174-417E-9714-DED10A33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576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385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OpenROAD resizer setup repair ordering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47DB4-07AD-457D-9E81-A0F65F6F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76625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BDE68-992C-4299-B99B-FB4A3B02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004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369FB-97AA-4B71-8EF9-F668BB49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576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79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Paired setup WNS/TNS improvement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A83A36-74E2-4A02-B67F-9FA8024E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76625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A2469-3045-42C5-9AFD-C1FB1178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B91C1C"/>
                </a:solidFill>
                <a:latin typeface="Aptos"/>
                <a:ea typeface="Aptos"/>
                <a:cs typeface="Aptos"/>
              </a:rPr>
              <a:t>Guardrails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E40C83-DE00-4D75-9A00-B4168C65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576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25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No timing, DRC, formal or provenance failures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328A1E-936C-4FD6-A3D9-8B2D321A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OpenROAD timing evolution framework    1</a:t>
            </a:r>
          </a:p>
        </p:txBody>
      </p:sp>
    </p:spTree>
    <p:extLst>
      <p:ext uri="{BB962C8B-B14F-4D97-AF65-F5344CB8AC3E}">
        <p14:creationId xmlns:p14="http://schemas.microsoft.com/office/powerpoint/2010/main" val="11782303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1E20E4-3BA5-40D8-8E54-1ADA546F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Research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23070-278A-4B48-B37B-E73CE392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papers converge on one useful rule: evolve small executable code, then judge it with hard tests.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CE0E4-A1DF-4F8F-B99F-6320B3FE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190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0D948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85471-5163-4397-B48A-FC589F76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AlphaEvolve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CC89F-9FC1-420A-BBB9-27BA2378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82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Executable code candidates with automated correctness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F2F39-F651-4DD1-BF7C-DBF3F35E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000250"/>
            <a:ext cx="2190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6F6A53-9D9A-40AE-AAB4-CFB29C7A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190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VPR-Evolve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07FF3D-091B-409A-8EA6-EE7EE3E7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6193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15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Pinned baselines, held-out designs and rejected-history logging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E45AD4-9CFA-4709-BEE1-4478B3F9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2190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0D948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D1D9C-CD97-4FB1-B8C1-1EB2C00A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90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EDA tool evolution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20914D-5DEB-4B00-A5FF-4B981FF3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193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93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Compile and QoR loops around real EDA source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A20E49-6F46-4B40-934B-BC203A9D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00250"/>
            <a:ext cx="2190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38CCB8-AB4C-42B3-A284-C7478EC7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190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EvoDRC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CF8E5D-9E9F-4535-8939-292F205E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6193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93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Bounded layout edits with strict physical checks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0BC21-F6B2-4206-BC5C-2262293D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33875"/>
            <a:ext cx="914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908B2A-9897-428B-B32E-E359FD25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D9488"/>
                </a:solidFill>
                <a:latin typeface="Aptos"/>
                <a:ea typeface="Aptos"/>
                <a:cs typeface="Aptos"/>
              </a:rPr>
              <a:t>Framework translation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5D5D3-4432-4C41-8EA3-E063F17D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291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607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Bounded expression grammar, isolated build, frozen audit binary, train/validation/test split and fail-closed metrics.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0A74D1-340D-4862-88CF-2C65A97D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OpenROAD timing evolution framework    2</a:t>
            </a:r>
          </a:p>
        </p:txBody>
      </p:sp>
    </p:spTree>
    <p:extLst>
      <p:ext uri="{BB962C8B-B14F-4D97-AF65-F5344CB8AC3E}">
        <p14:creationId xmlns:p14="http://schemas.microsoft.com/office/powerpoint/2010/main" val="384555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980208-4751-4B99-81A1-56FDC2C4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OpenROAD Code Target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B72C3-27B0-42BE-B7F3-2D510900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231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patch reorders existing resizer repair targets. It does not create timing objects or rewrite OpenROAD source freely.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EF8DC-EE4B-44E1-8E1A-77045390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47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8E1AA-87EE-474F-ADA6-7A310A2C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431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Stock path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0DF7B-751F-4141-BDA9-F73D890D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921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Critical path plus latch fanin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0B484-B4C1-4ACF-BEBE-A236A79F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19350"/>
            <a:ext cx="904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00AA7-06C4-4CCE-B517-881AF34F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952625"/>
            <a:ext cx="2905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0D948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81CA9-91AD-4046-849D-B75BB3C0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43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Generated policy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960C3-3608-4100-9E08-7E7CB65E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9555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079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Priority over load, fanout and original position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8995CD-1B21-446E-BE5D-6BEAFB3B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19350"/>
            <a:ext cx="904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AF0D55-77CC-4A23-9009-9F79D306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52625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38596F-6F58-408F-88DB-3E9C783F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143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Repair committer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D9D2CA-5406-4C37-AE74-0F1B2263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4955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35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Uses the unchanged OpenROAD repair machinery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AF3666-BD83-4BBA-867A-6E371D18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05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D9488"/>
                </a:solidFill>
                <a:latin typeface="Aptos"/>
                <a:ea typeface="Aptos"/>
                <a:cs typeface="Aptos"/>
              </a:rPr>
              <a:t>Changed file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F21435-E9AB-42E7-9AFE-EAF6EEA8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05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src/rsz/src/policy/SetupLegacyBase.cc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73B086-18C1-47D3-B6E5-132371D6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24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D9488"/>
                </a:solidFill>
                <a:latin typeface="Aptos"/>
                <a:ea typeface="Aptos"/>
                <a:cs typeface="Aptos"/>
              </a:rPr>
              <a:t>Generated file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792EC3-B3F9-4138-869C-A20A6F6C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24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src/rsz/src/policy/EvolvedPathDriverPolicy.h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F05029-6BD1-4284-9C3B-8FC712AA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OpenROAD timing evolution framework    3</a:t>
            </a:r>
          </a:p>
        </p:txBody>
      </p:sp>
    </p:spTree>
    <p:extLst>
      <p:ext uri="{BB962C8B-B14F-4D97-AF65-F5344CB8AC3E}">
        <p14:creationId xmlns:p14="http://schemas.microsoft.com/office/powerpoint/2010/main" val="10683804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E38483-8EA3-4D01-96D5-CA372BF1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Candidate 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5F75C8-0D45-43F1-9092-C1126679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framework evolves formulas, not arbitrary patches.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8912B-DC10-48B8-834B-E89C2FEE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BECB9-8351-40FD-9225-2B5EEC53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431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D9488"/>
                </a:solidFill>
                <a:latin typeface="Aptos"/>
                <a:ea typeface="Aptos"/>
                <a:cs typeface="Aptos"/>
              </a:rPr>
              <a:t>Features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510CC-B2D8-40ED-9BD6-D9F8B5D2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431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load, fanout, position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7B2E6-811F-48B9-866A-7AB76F08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908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25AE7-A99C-4347-839F-2A57039A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D9488"/>
                </a:solidFill>
                <a:latin typeface="Aptos"/>
                <a:ea typeface="Aptos"/>
                <a:cs typeface="Aptos"/>
              </a:rPr>
              <a:t>Operators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8AD5D-4C89-41D2-AB21-C8FCFF90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2415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add, sub, mul, min, max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226E8F-271B-49AC-8BB2-F9FBFF11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3CF60-0D0C-4049-A19E-E4FA6353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D9488"/>
                </a:solidFill>
                <a:latin typeface="Aptos"/>
                <a:ea typeface="Aptos"/>
                <a:cs typeface="Aptos"/>
              </a:rPr>
              <a:t>Limits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786911-3092-474C-B22E-3E6A219E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052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depth 5, 31 nodes, constants in [-4, 4]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49D771-6182-410B-B094-310B0037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529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7290A1-1D83-4B5D-A4EB-47191C55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D9488"/>
                </a:solidFill>
                <a:latin typeface="Aptos"/>
                <a:ea typeface="Aptos"/>
                <a:cs typeface="Aptos"/>
              </a:rPr>
              <a:t>Policy 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834499-6450-4322-9E1A-16AF09D3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8625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SHA-256 of canonical 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0AA857-1C3D-4059-9461-F9CD67BB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340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Example candidate: load + 0.25 * fanout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9A0463-EDF3-469C-B111-4710C4E4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531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Every candidate must compile and match the Python reference before any flow run starts.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923A53-1534-4118-8157-D0F5CED8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OpenROAD timing evolution framework    4</a:t>
            </a:r>
          </a:p>
        </p:txBody>
      </p:sp>
    </p:spTree>
    <p:extLst>
      <p:ext uri="{BB962C8B-B14F-4D97-AF65-F5344CB8AC3E}">
        <p14:creationId xmlns:p14="http://schemas.microsoft.com/office/powerpoint/2010/main" val="19305414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A7FA6E-CB3E-424E-9983-40E3CF4C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End-to-End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2873D-460F-4ECE-B7C4-59A212C2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 candidate earns timing score only after real flow evidence passes.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ACC8D-B55C-469A-BF59-B9C4B38E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295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0D948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7842E-75B3-4690-9D00-45461049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1462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3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Policy 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F213D-873F-480D-ACE6-D08CF64A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8384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494AEA-BDB3-47F9-AD97-92F193F0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0"/>
            <a:ext cx="1295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D8724B-6E77-40E3-8FC4-F088EA3E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71462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C++ header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8FF87-76C1-48AD-A59D-F165C0C9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384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BE731-ABC1-47AD-8D53-8D77602D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76500"/>
            <a:ext cx="1295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0D948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68EF26-4464-4A02-B2EA-FF8E4E6A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71462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91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OpenROAD build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A71D23-2F87-4BCA-B7F1-7F32C763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384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C64C7A-CEA1-4538-8FEF-49E014D4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76500"/>
            <a:ext cx="1295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D345BD-5A9F-486D-9AFC-8CF80DF6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1462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ORFS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5B205E-D863-403E-8565-00A8E06F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6FE319-7062-4C25-B032-21707429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1295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8E47E8-36A9-452B-B73A-8BB64607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1462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3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Frozen audit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B16535-D6D6-4A0E-8A8D-1DFCDA23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384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27A4FD-610A-4D90-A114-391A8D0D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76500"/>
            <a:ext cx="1295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BD6F89-0605-41CE-A334-B761450C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1462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3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Formal proof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ADEA13-90C1-4050-9BAB-BF4268C5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8384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A853EC-0D61-46F3-AE17-40C23E74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476500"/>
            <a:ext cx="1295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0D948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8AEB98-7A70-4CD0-BA9D-79B97A99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71462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226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Paired score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36D1CE-6C41-4E62-A2C4-72CE2016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0D9488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5E9A36-17FC-4942-A20E-38A00C26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95750"/>
            <a:ext cx="771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0.5 * delta WNS / period  +  0.5 * delta TNS / period endpoints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44C31A-508D-400F-8BE1-E2CFA96E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01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Any failed correctness gate records a rejection and returns no performance score.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BF1A15-9FF7-4DC5-A040-252A7A2A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OpenROAD timing evolution framework    5</a:t>
            </a:r>
          </a:p>
        </p:txBody>
      </p:sp>
    </p:spTree>
    <p:extLst>
      <p:ext uri="{BB962C8B-B14F-4D97-AF65-F5344CB8AC3E}">
        <p14:creationId xmlns:p14="http://schemas.microsoft.com/office/powerpoint/2010/main" val="14379523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62C9A7-DD30-469E-866B-E1DECA2C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Correctness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8CDDD-E5BB-40A0-9FD2-89ED4351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framework rejects incomplete or inconsistent evidence before comparing WNS/TNS.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026E7-7DC6-45DB-BCAF-236A5B6B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57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0D948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B6F5E-D4DC-4ED4-9458-1187BAAF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420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Timing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87140-7E76-4F5B-8205-83B48F19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52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No setup or hold WNS/TNS regression on paired runs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19A93-EB6B-4B21-84F4-B9688EF2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457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E035D8-718D-40EB-9321-364134A7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052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420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Physical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97C47E-ACEA-4E47-997D-4523AACD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6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Zero placement, route DRC, antenna and electrical violations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D46FF6-8C8A-4E95-B316-9971A398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57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0D948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5AB674-A75C-4B16-8595-417D8356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420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Equivalence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4C2146-7CB0-4F74-B82D-A730906F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52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46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Yosys proves final Verilog against post-synthesis Verilog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9D924-B921-42F9-AC01-5A362827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457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B8ACDF-2BE7-4A43-A8F9-43BCE111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052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420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Provenance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87FEDC-2F75-4C1C-A6CA-898951E3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672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392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Candidate, audit binary and evaluator protocol hashes stay fixed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4E3C67-92D6-436D-B599-0EF88D21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OpenROAD timing evolution framework    6</a:t>
            </a:r>
          </a:p>
        </p:txBody>
      </p:sp>
    </p:spTree>
    <p:extLst>
      <p:ext uri="{BB962C8B-B14F-4D97-AF65-F5344CB8AC3E}">
        <p14:creationId xmlns:p14="http://schemas.microsoft.com/office/powerpoint/2010/main" val="19854002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EE7A63-1298-4D12-81B2-65E0EB25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Experiment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5E848-C5F2-4D5A-87AC-802DCB0D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Training can guide the search. Validation and test results cannot feed back into parent selection.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666BD-B755-45B6-AA4D-3C981EC3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2667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0D948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F7160-46A4-4DFB-A741-25A2015F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336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38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83C56-D1EF-4527-BB6E-5948F377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57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542"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0D9488"/>
                </a:solidFill>
                <a:latin typeface="Aptos"/>
                <a:ea typeface="Aptos"/>
                <a:cs typeface="Aptos"/>
              </a:rPr>
              <a:t>gcd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8F897-FF9F-4CB9-AD28-0CAB941C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7662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47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Evolve and rank parents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7FE17-B3AA-41D8-B603-C758C023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2667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6776F-79BB-45C0-948C-58CD0976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336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38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2E70CB-11A9-40A4-A432-87705BB6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57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542"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aes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0B65FF-5C94-42CD-9F18-1875DB1E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7662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142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Open after finalist freezes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1FF03D-855F-40DB-9D80-AF0598F9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2667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877D14-AFBA-456B-B772-6AE72AF2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336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38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C0B859-5CA4-4273-9AF5-98C3C80A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542"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B91C1C"/>
                </a:solidFill>
                <a:latin typeface="Aptos"/>
                <a:ea typeface="Aptos"/>
                <a:cs typeface="Aptos"/>
              </a:rPr>
              <a:t>ibex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F01C0A-172E-46AA-BFDB-85A7B097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7662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Final sealed 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3B2875-3D8E-4F4E-92B1-F76DAF63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00625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Default smoke config uses three replicas per design and rejects duplicate or incomplete matrices.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E5D1B2-C820-423B-9FE1-DD11F288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OpenROAD timing evolution framework    7</a:t>
            </a:r>
          </a:p>
        </p:txBody>
      </p:sp>
    </p:spTree>
    <p:extLst>
      <p:ext uri="{BB962C8B-B14F-4D97-AF65-F5344CB8AC3E}">
        <p14:creationId xmlns:p14="http://schemas.microsoft.com/office/powerpoint/2010/main" val="4164227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27B02B-2B72-47DE-851E-E93BDE5F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625" b="1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Delivered Branch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CD306-4E59-47DD-BFBD-4BA51E7A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branch contains the framework, tests, docs and this deck.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C8247-4A09-45B0-AFA9-79E054B8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621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D9488"/>
                </a:solidFill>
                <a:latin typeface="Aptos"/>
                <a:ea typeface="Aptos"/>
                <a:cs typeface="Aptos"/>
              </a:rPr>
              <a:t>Branch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9E1AC-2421-41C2-8BFE-D14821F2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621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btp/rsz-path-driver-evolution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99866-8E5D-49F0-AD6E-56902705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479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D9488"/>
                </a:solidFill>
                <a:latin typeface="Aptos"/>
                <a:ea typeface="Aptos"/>
                <a:cs typeface="Aptos"/>
              </a:rPr>
              <a:t>Framework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28F3C-2BA3-4145-B39E-34689E7B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479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openroad_timing_evolution/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1238B-6E47-4E24-98F5-C6BD9D17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337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D9488"/>
                </a:solidFill>
                <a:latin typeface="Aptos"/>
                <a:ea typeface="Aptos"/>
                <a:cs typeface="Aptos"/>
              </a:rPr>
              <a:t>Tests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7C309-2293-4871-8539-6570F796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337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12 local tests passed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11EE6F-2115-4B46-82F8-8434EC51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195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D9488"/>
                </a:solidFill>
                <a:latin typeface="Aptos"/>
                <a:ea typeface="Aptos"/>
                <a:cs typeface="Aptos"/>
              </a:rPr>
              <a:t>Docker doctor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E5380-8078-4345-8E3A-F83C00B9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195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Pinned image and toolchain check passed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B9681-CA0E-49B8-A16D-C9EEE9D2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053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D9488"/>
                </a:solidFill>
                <a:latin typeface="Aptos"/>
                <a:ea typeface="Aptos"/>
                <a:cs typeface="Aptos"/>
              </a:rPr>
              <a:t>Full QoR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5649C5-2937-45E0-9639-E2B2B967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053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0B1F33"/>
                </a:solidFill>
                <a:latin typeface="Aptos"/>
                <a:ea typeface="Aptos"/>
                <a:cs typeface="Aptos"/>
              </a:rPr>
              <a:t>Ready to run through evolve, not claimed complete here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554239-17F0-4CCB-B2CB-B8FFF466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29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D9488"/>
                </a:solidFill>
                <a:latin typeface="Aptos"/>
                <a:ea typeface="Aptos"/>
                <a:cs typeface="Aptos"/>
              </a:rPr>
              <a:t>Command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58E55F-E2E5-43EF-AE69-651381C8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292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python3 -m openroad_timing_evolution --config openroad_timing_evolution/config/smoke.json evolve --generations 3 --population 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3B5E74-99B2-43EE-B5AA-F3831B5D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OpenROAD timing evolution framework    8</a:t>
            </a:r>
          </a:p>
        </p:txBody>
      </p:sp>
    </p:spTree>
    <p:extLst>
      <p:ext uri="{BB962C8B-B14F-4D97-AF65-F5344CB8AC3E}">
        <p14:creationId xmlns:p14="http://schemas.microsoft.com/office/powerpoint/2010/main" val="12084526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2026-09-07T08:57:39.7940000Z</dcterms:created>
  <dcterms:modified xsi:type="dcterms:W3CDTF">2026-09-07T08:57:39.7940000Z</dcterms:modified>
</coreProperties>
</file>